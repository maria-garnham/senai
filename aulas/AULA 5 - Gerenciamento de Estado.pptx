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gJAfw5/QVPwFL369osJgPtZmnR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regular.fntdata"/><Relationship Id="rId21" Type="http://schemas.openxmlformats.org/officeDocument/2006/relationships/slide" Target="slides/slide16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5bfba8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d55bfba8d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55c93f10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d55c93f106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55c93f10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Analogia: Seu componente é uma TV. Ele sabe exibir imagem e som, mas sozinho não tem memória, não sabe o que aconteceu antes, não consegue buscar nada de fora. Os Hooks são o controle remoto — eles dão superpoderes para o componente sem precisar trocar a TV.</a:t>
            </a:r>
            <a:endParaRPr/>
          </a:p>
        </p:txBody>
      </p:sp>
      <p:sp>
        <p:nvSpPr>
          <p:cNvPr id="134" name="Google Shape;134;g3d55c93f106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55c93f10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Analogia: caderno de anotações — o que está escrito aparece na tela, e toda vez que você reescreve, a tela atualiza.</a:t>
            </a:r>
            <a:endParaRPr/>
          </a:p>
        </p:txBody>
      </p:sp>
      <p:sp>
        <p:nvSpPr>
          <p:cNvPr id="148" name="Google Shape;148;g3d55c93f106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55c93f10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!LiveCoding!</a:t>
            </a:r>
            <a:endParaRPr/>
          </a:p>
        </p:txBody>
      </p:sp>
      <p:sp>
        <p:nvSpPr>
          <p:cNvPr id="162" name="Google Shape;162;g3d55c93f106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892237e6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 parâmetro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valorAtual</a:t>
            </a:r>
            <a:r>
              <a:rPr lang="en-US">
                <a:solidFill>
                  <a:schemeClr val="dk1"/>
                </a:solidFill>
              </a:rPr>
              <a:t> é um nome que você escolhe — o React passa o valor atual do estado automaticamente. A comunidade costuma abreviar para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prev</a:t>
            </a:r>
            <a:r>
              <a:rPr lang="en-US">
                <a:solidFill>
                  <a:schemeClr val="dk1"/>
                </a:solidFill>
              </a:rPr>
              <a:t>, mas não é uma palavra especial do React.</a:t>
            </a:r>
            <a:endParaRPr/>
          </a:p>
        </p:txBody>
      </p:sp>
      <p:sp>
        <p:nvSpPr>
          <p:cNvPr id="176" name="Google Shape;176;g3d892237e64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8dd719a8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 parâmetro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valorAtual</a:t>
            </a:r>
            <a:r>
              <a:rPr lang="en-US">
                <a:solidFill>
                  <a:schemeClr val="dk1"/>
                </a:solidFill>
              </a:rPr>
              <a:t> é um nome que você escolhe — o React passa o valor atual do estado automaticamente. A comunidade costuma abreviar para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prev</a:t>
            </a:r>
            <a:r>
              <a:rPr lang="en-US">
                <a:solidFill>
                  <a:schemeClr val="dk1"/>
                </a:solidFill>
              </a:rPr>
              <a:t>, mas não é uma palavra especial do React.</a:t>
            </a:r>
            <a:endParaRPr/>
          </a:p>
        </p:txBody>
      </p:sp>
      <p:sp>
        <p:nvSpPr>
          <p:cNvPr id="190" name="Google Shape;190;g3d8dd719a8e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8dd719a8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Sobre a Rule 1</a:t>
            </a:r>
            <a:r>
              <a:rPr lang="en-US">
                <a:solidFill>
                  <a:schemeClr val="dk1"/>
                </a:solidFill>
              </a:rPr>
              <a:t> — o motivo de não poder usar Hook dentro de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>
                <a:solidFill>
                  <a:schemeClr val="dk1"/>
                </a:solidFill>
              </a:rPr>
              <a:t> ou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>
                <a:solidFill>
                  <a:schemeClr val="dk1"/>
                </a:solidFill>
              </a:rPr>
              <a:t> é que o React identifica cada Hook pela posição em que ele aparece. Se numa renderização 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>
                <a:solidFill>
                  <a:schemeClr val="dk1"/>
                </a:solidFill>
              </a:rPr>
              <a:t> for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US">
                <a:solidFill>
                  <a:schemeClr val="dk1"/>
                </a:solidFill>
              </a:rPr>
              <a:t> e na próxima for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-US">
                <a:solidFill>
                  <a:schemeClr val="dk1"/>
                </a:solidFill>
              </a:rPr>
              <a:t>, a ordem muda e o React perde o controle de qual Hook é qual.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Sobre a Rule 2</a:t>
            </a:r>
            <a:r>
              <a:rPr lang="en-US">
                <a:solidFill>
                  <a:schemeClr val="dk1"/>
                </a:solidFill>
              </a:rPr>
              <a:t> — vale mostrar que Custom Hooks começam obrigatoriamente com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</a:t>
            </a:r>
            <a:r>
              <a:rPr lang="en-US">
                <a:solidFill>
                  <a:schemeClr val="dk1"/>
                </a:solidFill>
              </a:rPr>
              <a:t>. Isso não é só convenção — o React usa esse prefixo para identificar que aquela função pode conter Hooks. O exemplo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useIdade</a:t>
            </a:r>
            <a:r>
              <a:rPr lang="en-US">
                <a:solidFill>
                  <a:schemeClr val="dk1"/>
                </a:solidFill>
              </a:rPr>
              <a:t> planta essa ideia sem precisar aprofundar agora.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d8dd719a8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8dd719a8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Sobre a Rule 1</a:t>
            </a:r>
            <a:r>
              <a:rPr lang="en-US">
                <a:solidFill>
                  <a:schemeClr val="dk1"/>
                </a:solidFill>
              </a:rPr>
              <a:t> — o motivo de não poder usar Hook dentro de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>
                <a:solidFill>
                  <a:schemeClr val="dk1"/>
                </a:solidFill>
              </a:rPr>
              <a:t> ou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>
                <a:solidFill>
                  <a:schemeClr val="dk1"/>
                </a:solidFill>
              </a:rPr>
              <a:t> é que o React identifica cada Hook pela posição em que ele aparece. Se numa renderização 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>
                <a:solidFill>
                  <a:schemeClr val="dk1"/>
                </a:solidFill>
              </a:rPr>
              <a:t> for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US">
                <a:solidFill>
                  <a:schemeClr val="dk1"/>
                </a:solidFill>
              </a:rPr>
              <a:t> e na próxima for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-US">
                <a:solidFill>
                  <a:schemeClr val="dk1"/>
                </a:solidFill>
              </a:rPr>
              <a:t>, a ordem muda e o React perde o controle de qual Hook é qual.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Sobre a Rule 2</a:t>
            </a:r>
            <a:r>
              <a:rPr lang="en-US">
                <a:solidFill>
                  <a:schemeClr val="dk1"/>
                </a:solidFill>
              </a:rPr>
              <a:t> — vale mostrar que Custom Hooks começam obrigatoriamente com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</a:t>
            </a:r>
            <a:r>
              <a:rPr lang="en-US">
                <a:solidFill>
                  <a:schemeClr val="dk1"/>
                </a:solidFill>
              </a:rPr>
              <a:t>. Isso não é só convenção — o React usa esse prefixo para identificar que aquela função pode conter Hooks. O exemplo 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useIdade</a:t>
            </a:r>
            <a:r>
              <a:rPr lang="en-US">
                <a:solidFill>
                  <a:schemeClr val="dk1"/>
                </a:solidFill>
              </a:rPr>
              <a:t> planta essa ideia sem precisar aprofundar agora.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d8dd719a8e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55c93f10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 diferen</a:t>
            </a:r>
            <a:r>
              <a:rPr lang="en-US"/>
              <a:t>ça principal é que o useRef é para alterar coisas que não são exibidas diretamentes na tela 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useRef</a:t>
            </a:r>
            <a:r>
              <a:rPr lang="en-US">
                <a:solidFill>
                  <a:schemeClr val="dk1"/>
                </a:solidFill>
              </a:rPr>
              <a:t> é para valores que precisam </a:t>
            </a:r>
            <a:r>
              <a:rPr b="1" lang="en-US">
                <a:solidFill>
                  <a:schemeClr val="dk1"/>
                </a:solidFill>
              </a:rPr>
              <a:t>persistir entre renderizações</a:t>
            </a:r>
            <a:r>
              <a:rPr lang="en-US">
                <a:solidFill>
                  <a:schemeClr val="dk1"/>
                </a:solidFill>
              </a:rPr>
              <a:t> sem </a:t>
            </a:r>
            <a:r>
              <a:rPr b="1" lang="en-US">
                <a:solidFill>
                  <a:schemeClr val="dk1"/>
                </a:solidFill>
              </a:rPr>
              <a:t>causar</a:t>
            </a:r>
            <a:r>
              <a:rPr lang="en-US">
                <a:solidFill>
                  <a:schemeClr val="dk1"/>
                </a:solidFill>
              </a:rPr>
              <a:t> uma nova renderização.</a:t>
            </a:r>
            <a:endParaRPr/>
          </a:p>
        </p:txBody>
      </p:sp>
      <p:sp>
        <p:nvSpPr>
          <p:cNvPr id="234" name="Google Shape;234;g3d55c93f106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55c93f10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Analogia: assistente que age nos bastidores — depois que a tela termina de ser desenhada, ele entra em ação sem interferir no que o usuário está vendo.</a:t>
            </a:r>
            <a:endParaRPr/>
          </a:p>
        </p:txBody>
      </p:sp>
      <p:sp>
        <p:nvSpPr>
          <p:cNvPr id="249" name="Google Shape;249;g3d55c93f106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55c93f10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Aqui existe um ponto importante, caso a lista n</a:t>
            </a:r>
            <a:r>
              <a:rPr lang="en-US"/>
              <a:t>ão exista, mesmo que vazia ele vai executar após toda renderização.</a:t>
            </a:r>
            <a:endParaRPr/>
          </a:p>
        </p:txBody>
      </p:sp>
      <p:sp>
        <p:nvSpPr>
          <p:cNvPr id="263" name="Google Shape;263;g3d55c93f106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8c17be17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Aqui existe um ponto importante, caso a lista não exista, mesmo que vazia ele vai executar após toda renderização.</a:t>
            </a:r>
            <a:endParaRPr/>
          </a:p>
        </p:txBody>
      </p:sp>
      <p:sp>
        <p:nvSpPr>
          <p:cNvPr id="278" name="Google Shape;278;g3d8c17be17c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213599" y="4407931"/>
            <a:ext cx="102348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Gerenciamento de Estado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24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Felipe Augusto Stevanim Gregate</a:t>
            </a:r>
            <a:endParaRPr b="0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300" y="1189050"/>
            <a:ext cx="11619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51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Capacidades Técnicas Abordadas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685075" y="3542153"/>
            <a:ext cx="14443800" cy="3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Interpretar os requisitos do sistema, tendo em vista a elaboração dos componentes em ambiente mobile </a:t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Definir os elementos de entrada, processamento e saída para a codificação das funcionalidades mobile</a:t>
            </a:r>
            <a:endParaRPr b="0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2043295" y="962025"/>
            <a:ext cx="268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55bfba8d3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d55bfba8d3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d55bfba8d3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d55bfba8d3_0_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1" name="Google Shape;111;g3d55bfba8d3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d55bfba8d3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d55bfba8d3_0_0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 estado? (State)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g3d55bfba8d3_0_0"/>
          <p:cNvSpPr txBox="1"/>
          <p:nvPr/>
        </p:nvSpPr>
        <p:spPr>
          <a:xfrm>
            <a:off x="1685075" y="3542151"/>
            <a:ext cx="144438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Estado é qualquer dado que, quando muda, precisa fazer a interface reagir e se atualizar.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Quando um componente é atualizado e tem um valor alterado, significa que seu estado mudou.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Imaginem um componente que representa um placar de jogo, assim que um time pontua o estado desse componente é alterado para exibir a nova pontuação do time.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d55bfba8d3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d55bfba8d3_0_0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g3d55bfba8d3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9675" y="7442625"/>
            <a:ext cx="5568650" cy="17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55c93f106_0_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55c93f106_0_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g3d55c93f106_0_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5" name="Google Shape;125;g3d55c93f106_0_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6" name="Google Shape;126;g3d55c93f106_0_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g3d55c93f106_0_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g3d55c93f106_0_2"/>
          <p:cNvSpPr txBox="1"/>
          <p:nvPr/>
        </p:nvSpPr>
        <p:spPr>
          <a:xfrm>
            <a:off x="1954235" y="1166784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Arquitetura de Gerenciamento 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g3d55c93f106_0_2"/>
          <p:cNvSpPr txBox="1"/>
          <p:nvPr/>
        </p:nvSpPr>
        <p:spPr>
          <a:xfrm>
            <a:off x="1685075" y="3542151"/>
            <a:ext cx="14443800" cy="5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Nós temos diversas formas de gerenciar o estado de uma aplicação, dependendo de quantos componenentes e telas você quer afetar com a alteração.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Estado Local: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Pertence a um único componente. Ex: Um botão de "mostrar/ocultar senha". Controlado via useState.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Estado Global: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Dados compartilhados por todo o app. Ex: Tema (Dark/Light), dados do usuário logado.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Estado de Servidor: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Dados que vêm de fora (API/Banco de Dados). Lida com cache, loading e erros. Ferramentas: React Query, SWR.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g3d55c93f106_0_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d55c93f106_0_2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Estados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55c93f106_0_3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d55c93f106_0_3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g3d55c93f106_0_3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9" name="Google Shape;139;g3d55c93f106_0_3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40" name="Google Shape;140;g3d55c93f106_0_3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g3d55c93f106_0_3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g3d55c93f106_0_38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são Hooks?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3d55c93f106_0_38"/>
          <p:cNvSpPr txBox="1"/>
          <p:nvPr/>
        </p:nvSpPr>
        <p:spPr>
          <a:xfrm>
            <a:off x="1685075" y="3542151"/>
            <a:ext cx="144438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Hooks são funções que permitem que componentes funcionais se conectem ao sistema interno do React. Esse sistema interno controla duas coisas: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estado e ciclo de vida.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Nesta aula iremos abordar: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useState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useRef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useEffect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3d55c93f106_0_3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d55c93f106_0_38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Hooks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55c93f106_0_5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d55c93f106_0_5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g3d55c93f106_0_5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3" name="Google Shape;153;g3d55c93f106_0_5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54" name="Google Shape;154;g3d55c93f106_0_5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g3d55c93f106_0_5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g3d55c93f106_0_56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useState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g3d55c93f106_0_56"/>
          <p:cNvSpPr txBox="1"/>
          <p:nvPr/>
        </p:nvSpPr>
        <p:spPr>
          <a:xfrm>
            <a:off x="1685075" y="3542151"/>
            <a:ext cx="144438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useState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adiciona uma variável de estado. Chamar a função de atualização causa a re-renderização da tela.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Como funciona: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Ele te devolve duas coisas: a variável que guarda o valor atual e uma função para atualizar esse valor.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Regra de ouro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: Sempre que a função de atualização é chamada, o React Native "desenha" (re-renderiza) a tela novamente com a nova informação.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g3d55c93f106_0_5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d55c93f106_0_56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Hooks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55c93f106_0_7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d55c93f106_0_7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g3d55c93f106_0_7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7" name="Google Shape;167;g3d55c93f106_0_7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68" name="Google Shape;168;g3d55c93f106_0_7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g3d55c93f106_0_7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g3d55c93f106_0_7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 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useState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3d55c93f106_0_7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d55c93f106_0_73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Hooks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g3d55c93f106_0_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1900" y="4101038"/>
            <a:ext cx="10744200" cy="4991100"/>
          </a:xfrm>
          <a:prstGeom prst="roundRect">
            <a:avLst>
              <a:gd fmla="val 87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892237e64_0_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d892237e64_0_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g3d892237e64_0_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1" name="Google Shape;181;g3d892237e64_0_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82" name="Google Shape;182;g3d892237e64_0_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g3d892237e64_0_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g3d892237e64_0_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Dica Bônus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g3d892237e64_0_2"/>
          <p:cNvSpPr txBox="1"/>
          <p:nvPr/>
        </p:nvSpPr>
        <p:spPr>
          <a:xfrm>
            <a:off x="1685075" y="3542151"/>
            <a:ext cx="14443800" cy="5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É necessário ter atenção quando o novo valor depende do valor atual do estado, pois em alguns casos isso pode causar bug.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No slide anterior usamos setContador(contador + 1) passando o valor diretamente. Para garantir que o valor mais recente sempre seja considerado, usamos a forma funcional: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Ex: setContador((valorAtual) =&gt; valorAtual + 1)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 comunidade costuma fazer: setContador((prev) =&gt; prev + 1)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g3d892237e64_0_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d892237e64_0_2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Hooks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8dd719a8e_0_5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d8dd719a8e_0_5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g3d8dd719a8e_0_5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5" name="Google Shape;195;g3d8dd719a8e_0_57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96" name="Google Shape;196;g3d8dd719a8e_0_5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g3d8dd719a8e_0_5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g3d8dd719a8e_0_57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Regras para utilização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g3d8dd719a8e_0_57"/>
          <p:cNvSpPr txBox="1"/>
          <p:nvPr/>
        </p:nvSpPr>
        <p:spPr>
          <a:xfrm>
            <a:off x="1685075" y="3542151"/>
            <a:ext cx="14443800" cy="6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 React não executa seus Hooks de forma aleatória.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Internamente, ele mantém uma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lista ordenada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de todos os Hooks do componente — e depende que essa lista seja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sempre a mesma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a cada renderização.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Se a ordem mudar entre uma renderização e outra, o React perde o controle de qual Hook é qual e o comportamento do componente se torna imprevisível.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As </a:t>
            </a:r>
            <a:r>
              <a:rPr b="1" lang="en-US" sz="2400">
                <a:solidFill>
                  <a:srgbClr val="FFD966"/>
                </a:solidFill>
                <a:highlight>
                  <a:srgbClr val="666666"/>
                </a:highlight>
                <a:latin typeface="Poppins"/>
                <a:ea typeface="Poppins"/>
                <a:cs typeface="Poppins"/>
                <a:sym typeface="Poppins"/>
              </a:rPr>
              <a:t>Golden Rules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existem para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garantir essa ordem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. São duas regras simples que, se seguidas, evitam a maioria dos bugs relacionados a Hooks.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g3d8dd719a8e_0_5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d8dd719a8e_0_57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Hooks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8dd719a8e_0_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d8dd719a8e_0_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g3d8dd719a8e_0_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9" name="Google Shape;209;g3d8dd719a8e_0_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10" name="Google Shape;210;g3d8dd719a8e_0_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g3d8dd719a8e_0_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g3d8dd719a8e_0_1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Golden Rule 1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g3d8dd719a8e_0_1"/>
          <p:cNvSpPr txBox="1"/>
          <p:nvPr/>
        </p:nvSpPr>
        <p:spPr>
          <a:xfrm>
            <a:off x="1685075" y="3542151"/>
            <a:ext cx="14443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Chame os Hooks apenas no "Top Level"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: Chame Hooks sempre na raiz do componente, na mesma ordem toda vez. O React depende dessa ordem para funcionar.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g3d8dd719a8e_0_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d8dd719a8e_0_1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Hooks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g3d8dd719a8e_0_1"/>
          <p:cNvPicPr preferRelativeResize="0"/>
          <p:nvPr/>
        </p:nvPicPr>
        <p:blipFill rotWithShape="1">
          <a:blip r:embed="rId6">
            <a:alphaModFix/>
          </a:blip>
          <a:srcRect b="8232" l="0" r="0" t="0"/>
          <a:stretch/>
        </p:blipFill>
        <p:spPr>
          <a:xfrm>
            <a:off x="4443225" y="4625750"/>
            <a:ext cx="9401400" cy="5483100"/>
          </a:xfrm>
          <a:prstGeom prst="roundRect">
            <a:avLst>
              <a:gd fmla="val 1236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8dd719a8e_0_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d8dd719a8e_0_1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g3d8dd719a8e_0_1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4" name="Google Shape;224;g3d8dd719a8e_0_1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25" name="Google Shape;225;g3d8dd719a8e_0_1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g3d8dd719a8e_0_1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g3d8dd719a8e_0_16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Golden Rule 2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g3d8dd719a8e_0_16"/>
          <p:cNvSpPr txBox="1"/>
          <p:nvPr/>
        </p:nvSpPr>
        <p:spPr>
          <a:xfrm>
            <a:off x="1685075" y="3542151"/>
            <a:ext cx="14443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Chame os Hooks apenas de dentro de Funções do React: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Chame Hooks apenas dentro de componentes funcionais React ou dentro de Custom Hooks — nunca em funções utilitárias comuns.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g3d8dd719a8e_0_1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d8dd719a8e_0_16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Hooks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g3d8dd719a8e_0_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7075" y="5097100"/>
            <a:ext cx="11754000" cy="4857900"/>
          </a:xfrm>
          <a:prstGeom prst="roundRect">
            <a:avLst>
              <a:gd fmla="val 83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55c93f106_0_8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" name="Google Shape;237;g3d55c93f106_0_8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38" name="Google Shape;238;g3d55c93f106_0_8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9" name="Google Shape;239;g3d55c93f106_0_87"/>
          <p:cNvGrpSpPr/>
          <p:nvPr/>
        </p:nvGrpSpPr>
        <p:grpSpPr>
          <a:xfrm>
            <a:off x="1038175" y="2968890"/>
            <a:ext cx="16211658" cy="7299925"/>
            <a:chOff x="0" y="-38100"/>
            <a:chExt cx="4269709" cy="2000418"/>
          </a:xfrm>
        </p:grpSpPr>
        <p:sp>
          <p:nvSpPr>
            <p:cNvPr id="240" name="Google Shape;240;g3d55c93f106_0_8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g3d55c93f106_0_8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g3d55c93f106_0_87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useRef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g3d55c93f106_0_87"/>
          <p:cNvSpPr txBox="1"/>
          <p:nvPr/>
        </p:nvSpPr>
        <p:spPr>
          <a:xfrm>
            <a:off x="1685075" y="3542151"/>
            <a:ext cx="144438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useRef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também guarda informações, como o useState, mas com uma diferença crucial: ele não redesenha a tela quando o valor muda.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É usado para dois casos: guardar valores internos sem causar re-render, e armazenar referências diretas a elementos da interface (alterar foco em campos de texto).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g3d55c93f106_0_8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d55c93f106_0_87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Hooks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g3d55c93f106_0_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5325" y="7085600"/>
            <a:ext cx="92773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55c93f106_0_10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g3d55c93f106_0_10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53" name="Google Shape;253;g3d55c93f106_0_10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4" name="Google Shape;254;g3d55c93f106_0_10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55" name="Google Shape;255;g3d55c93f106_0_10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g3d55c93f106_0_10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g3d55c93f106_0_10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useEffect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g3d55c93f106_0_103"/>
          <p:cNvSpPr txBox="1"/>
          <p:nvPr/>
        </p:nvSpPr>
        <p:spPr>
          <a:xfrm>
            <a:off x="1685075" y="3542151"/>
            <a:ext cx="14443800" cy="6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ecuta código com efeitos colaterais fora do fluxo de renderização. O React renderiza o componente primeiro e só depois executa o useEffect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Ele pode ser usado para consumir APIs, buscar dados externos etc.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Você diz ao useEffect: "Ei, depois que a tela estiver pronta, vá buscar esses dados pra mim."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9" name="Google Shape;259;g3d55c93f106_0_10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d55c93f106_0_103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Hooks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55c93f106_0_1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g3d55c93f106_0_11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67" name="Google Shape;267;g3d55c93f106_0_11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8" name="Google Shape;268;g3d55c93f106_0_11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69" name="Google Shape;269;g3d55c93f106_0_11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g3d55c93f106_0_11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g3d55c93f106_0_119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Como funciona: 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useEffect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" name="Google Shape;272;g3d55c93f106_0_119"/>
          <p:cNvSpPr txBox="1"/>
          <p:nvPr/>
        </p:nvSpPr>
        <p:spPr>
          <a:xfrm>
            <a:off x="1685075" y="3364021"/>
            <a:ext cx="144438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Como funciona: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Ele recebe uma função (o que fazer) e uma lista de dependências (quando fazer).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truque da lista: 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a lista estiver vazia [ ],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ele executa só uma vez quando a tela abre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tiver uma variável lá dentro [contador],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ele executa toda vez que essa variável mudar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Sem o array </a:t>
            </a: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ele executa toda vez que a tela é renderizada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3" name="Google Shape;273;g3d55c93f106_0_11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d55c93f106_0_119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Hooks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3d55c93f106_0_1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3971" y="7140800"/>
            <a:ext cx="12286016" cy="213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8c17be17c_0_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g3d8c17be17c_0_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82" name="Google Shape;282;g3d8c17be17c_0_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3" name="Google Shape;283;g3d8c17be17c_0_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84" name="Google Shape;284;g3d8c17be17c_0_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g3d8c17be17c_0_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g3d8c17be17c_0_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Componente de Recados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g3d8c17be17c_0_2"/>
          <p:cNvSpPr txBox="1"/>
          <p:nvPr/>
        </p:nvSpPr>
        <p:spPr>
          <a:xfrm>
            <a:off x="1685075" y="3542151"/>
            <a:ext cx="144438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Você vai criar um componente onde o usuário digita uma mensagem e clica em Enviar para exibi-la na tela.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O usuário digita no campo de texto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Ao clicar 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Enviar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 mensagem aparece abaixo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O campo de texto é limpo após o envio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o useState. para armazenar e atualizar o estado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g3d8c17be17c_0_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d8c17be17c_0_2"/>
          <p:cNvSpPr txBox="1"/>
          <p:nvPr/>
        </p:nvSpPr>
        <p:spPr>
          <a:xfrm>
            <a:off x="2043295" y="962025"/>
            <a:ext cx="26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Exercício Prático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" name="Google Shape;297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298" name="Google Shape;298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9" name="Google Shape;299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301" name="Google Shape;301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3" name="Google Shape;303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304" name="Google Shape;304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307" name="Google Shape;307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09" name="Google Shape;309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" name="Google Shape;310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311" name="Google Shape;311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