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sZabTSLPusMI0Z6kkGSMozzOA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3ca5777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\</a:t>
            </a:r>
            <a:endParaRPr/>
          </a:p>
        </p:txBody>
      </p:sp>
      <p:sp>
        <p:nvSpPr>
          <p:cNvPr id="105" name="Google Shape;105;g393ca57774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1ef68f6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17" name="Google Shape;117;g3c1ef68f60b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2cf7e159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32" name="Google Shape;132;g3d2cf7e159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d154b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47" name="Google Shape;147;g396d154bc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2cf7e159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62" name="Google Shape;162;g3d2cf7e1593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2cf7e159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77" name="Google Shape;177;g3d2cf7e1593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2cf7e15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192" name="Google Shape;192;g3d2cf7e159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2cf7e15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08" name="Google Shape;208;g3d2cf7e1593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6d154bcd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24" name="Google Shape;224;g396d154bcd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6d154bc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39" name="Google Shape;239;g396d154bcd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6d154bcd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54" name="Google Shape;254;g396d154bcd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46a7aa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68" name="Google Shape;268;g3d46a7aa3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46a7aa3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82" name="Google Shape;282;g3d46a7aa39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46a7aa3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💬 Analogia: é como criar um carimbo em vez de escrever o mesmo texto à mão toda vez.</a:t>
            </a:r>
            <a:endParaRPr/>
          </a:p>
        </p:txBody>
      </p:sp>
      <p:sp>
        <p:nvSpPr>
          <p:cNvPr id="296" name="Google Shape;296;g3d46a7aa39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hyperlink" Target="https://reactnative.dev/docs/touchableopacity" TargetMode="External"/><Relationship Id="rId6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Props 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Native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24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Felipe Augusto Stevanim Gregate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51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Interpretar os requisitos do sistema, tendo em vista a elaboração dos componentes em ambiente mobile 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Definir os elementos de entrada, processamento e saída para a codificação das funcionalidades mobile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3ca577749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3ca577749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93ca577749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g393ca577749_0_0"/>
          <p:cNvSpPr txBox="1"/>
          <p:nvPr/>
        </p:nvSpPr>
        <p:spPr>
          <a:xfrm>
            <a:off x="2043300" y="1253350"/>
            <a:ext cx="126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4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Situação Problema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93ca577749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93ca577749_0_0"/>
          <p:cNvSpPr txBox="1"/>
          <p:nvPr/>
        </p:nvSpPr>
        <p:spPr>
          <a:xfrm>
            <a:off x="2043306" y="962025"/>
            <a:ext cx="568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93ca577749_0_0"/>
          <p:cNvSpPr txBox="1"/>
          <p:nvPr/>
        </p:nvSpPr>
        <p:spPr>
          <a:xfrm>
            <a:off x="1644450" y="3298488"/>
            <a:ext cx="149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g393ca577749_0_0"/>
          <p:cNvPicPr preferRelativeResize="0"/>
          <p:nvPr/>
        </p:nvPicPr>
        <p:blipFill rotWithShape="1">
          <a:blip r:embed="rId6">
            <a:alphaModFix/>
          </a:blip>
          <a:srcRect b="8921" l="0" r="0" t="236"/>
          <a:stretch/>
        </p:blipFill>
        <p:spPr>
          <a:xfrm>
            <a:off x="3467100" y="2400997"/>
            <a:ext cx="11353800" cy="76839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1ef68f60b_0_1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1ef68f60b_0_1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g3c1ef68f60b_0_1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" name="Google Shape;122;g3c1ef68f60b_0_1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3" name="Google Shape;123;g3c1ef68f60b_0_1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c1ef68f60b_0_1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g3c1ef68f60b_0_17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Componentização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g3c1ef68f60b_0_174"/>
          <p:cNvSpPr txBox="1"/>
          <p:nvPr/>
        </p:nvSpPr>
        <p:spPr>
          <a:xfrm>
            <a:off x="1685075" y="3542151"/>
            <a:ext cx="144438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Componentizar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- transformar um bloco de código repetido em um componente reutilizável.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Vantagens: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Menos repetição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Mais fácil de manter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Cada peça tem uma responsabilidade clara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7" name="Google Shape;127;g3c1ef68f60b_0_1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1ef68f60b_0_17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c1ef68f60b_0_1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68725" y="7565450"/>
            <a:ext cx="2681100" cy="26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2cf7e1593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2cf7e1593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g3d2cf7e1593_0_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" name="Google Shape;137;g3d2cf7e1593_0_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8" name="Google Shape;138;g3d2cf7e1593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d2cf7e1593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d2cf7e1593_0_4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Criando Componente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g3d2cf7e1593_0_4"/>
          <p:cNvSpPr txBox="1"/>
          <p:nvPr/>
        </p:nvSpPr>
        <p:spPr>
          <a:xfrm>
            <a:off x="1685075" y="3542151"/>
            <a:ext cx="1444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2" name="Google Shape;142;g3d2cf7e1593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d2cf7e1593_0_4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d2cf7e1593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3789" y="4489398"/>
            <a:ext cx="11840400" cy="391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d154bcdc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96d154bcdc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96d154bcdc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96d154bcdc_0_0"/>
          <p:cNvGrpSpPr/>
          <p:nvPr/>
        </p:nvGrpSpPr>
        <p:grpSpPr>
          <a:xfrm>
            <a:off x="1038175" y="2987074"/>
            <a:ext cx="16211658" cy="7299925"/>
            <a:chOff x="0" y="-38100"/>
            <a:chExt cx="4269709" cy="2000418"/>
          </a:xfrm>
        </p:grpSpPr>
        <p:sp>
          <p:nvSpPr>
            <p:cNvPr id="153" name="Google Shape;153;g396d154bcdc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96d154bcdc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96d154bcdc_0_0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 props?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96d154bcdc_0_0"/>
          <p:cNvSpPr txBox="1"/>
          <p:nvPr/>
        </p:nvSpPr>
        <p:spPr>
          <a:xfrm>
            <a:off x="1685075" y="3542151"/>
            <a:ext cx="14443800" cy="22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Props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(abreviação de properties) são os parâmetros de um componente.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Funcionam como argumentos de função — você passa valores de fora para dentro.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g396d154bcdc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96d154bcdc_0_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96d154bcdc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7551" y="5431990"/>
            <a:ext cx="7572900" cy="425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cf7e1593_0_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2cf7e1593_0_3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d2cf7e1593_0_3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" name="Google Shape;167;g3d2cf7e1593_0_37"/>
          <p:cNvGrpSpPr/>
          <p:nvPr/>
        </p:nvGrpSpPr>
        <p:grpSpPr>
          <a:xfrm>
            <a:off x="1038175" y="2987074"/>
            <a:ext cx="16211658" cy="7299925"/>
            <a:chOff x="0" y="-38100"/>
            <a:chExt cx="4269709" cy="2000418"/>
          </a:xfrm>
        </p:grpSpPr>
        <p:sp>
          <p:nvSpPr>
            <p:cNvPr id="168" name="Google Shape;168;g3d2cf7e1593_0_3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d2cf7e1593_0_3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d2cf7e1593_0_37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Recebendo Props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d2cf7e1593_0_37"/>
          <p:cNvSpPr txBox="1"/>
          <p:nvPr/>
        </p:nvSpPr>
        <p:spPr>
          <a:xfrm>
            <a:off x="1685075" y="3542151"/>
            <a:ext cx="144438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 no componente pai nós passamos as props, no componente filho é onde iremos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RECEBER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as props do componente.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Temos duas formas para fazer isso, utilizando o parâmetro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props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desestruturando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em um objeto.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g3d2cf7e1593_0_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2cf7e1593_0_3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d2cf7e1593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5250" y="6048187"/>
            <a:ext cx="9097500" cy="2793600"/>
          </a:xfrm>
          <a:prstGeom prst="roundRect">
            <a:avLst>
              <a:gd fmla="val 24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2cf7e1593_0_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2cf7e1593_0_1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d2cf7e1593_0_1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" name="Google Shape;182;g3d2cf7e1593_0_19"/>
          <p:cNvGrpSpPr/>
          <p:nvPr/>
        </p:nvGrpSpPr>
        <p:grpSpPr>
          <a:xfrm>
            <a:off x="1038175" y="2987074"/>
            <a:ext cx="16211658" cy="7299925"/>
            <a:chOff x="0" y="-38100"/>
            <a:chExt cx="4269709" cy="2000418"/>
          </a:xfrm>
        </p:grpSpPr>
        <p:sp>
          <p:nvSpPr>
            <p:cNvPr id="183" name="Google Shape;183;g3d2cf7e1593_0_1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d2cf7e1593_0_1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3d2cf7e1593_0_19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Passando Props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d2cf7e1593_0_19"/>
          <p:cNvSpPr txBox="1"/>
          <p:nvPr/>
        </p:nvSpPr>
        <p:spPr>
          <a:xfrm>
            <a:off x="1685075" y="3542151"/>
            <a:ext cx="144438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Após configurarmos o recebimento da props nos componentes, temos que passar nossas propriedades ao chamar o componente.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PASSANDO PROPS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(Componente pai)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7" name="Google Shape;187;g3d2cf7e1593_0_1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2cf7e1593_0_1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d2cf7e1593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4860" y="5787585"/>
            <a:ext cx="10578300" cy="3684600"/>
          </a:xfrm>
          <a:prstGeom prst="roundRect">
            <a:avLst>
              <a:gd fmla="val 1062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2cf7e1593_0_5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2cf7e1593_0_5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d2cf7e1593_0_5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" name="Google Shape;197;g3d2cf7e1593_0_52"/>
          <p:cNvGrpSpPr/>
          <p:nvPr/>
        </p:nvGrpSpPr>
        <p:grpSpPr>
          <a:xfrm>
            <a:off x="1038175" y="2987074"/>
            <a:ext cx="16211658" cy="7299925"/>
            <a:chOff x="0" y="-38100"/>
            <a:chExt cx="4269709" cy="2000418"/>
          </a:xfrm>
        </p:grpSpPr>
        <p:sp>
          <p:nvSpPr>
            <p:cNvPr id="198" name="Google Shape;198;g3d2cf7e1593_0_5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d2cf7e1593_0_5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g3d2cf7e1593_0_5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Desestruturação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d2cf7e1593_0_52"/>
          <p:cNvSpPr txBox="1"/>
          <p:nvPr/>
        </p:nvSpPr>
        <p:spPr>
          <a:xfrm>
            <a:off x="1685075" y="3542151"/>
            <a:ext cx="14443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Desestruturação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uma sintaxe do JavaScript que permite extrair valores de um objeto e já atribuir a variáveis, tudo em uma linha.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Exemplos com e sem desestruturação.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g3d2cf7e1593_0_5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2cf7e1593_0_5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d2cf7e1593_0_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1575" y="6116525"/>
            <a:ext cx="7484100" cy="2914500"/>
          </a:xfrm>
          <a:prstGeom prst="roundRect">
            <a:avLst>
              <a:gd fmla="val 9013" name="adj"/>
            </a:avLst>
          </a:prstGeom>
          <a:noFill/>
          <a:ln>
            <a:noFill/>
          </a:ln>
        </p:spPr>
      </p:pic>
      <p:pic>
        <p:nvPicPr>
          <p:cNvPr id="205" name="Google Shape;205;g3d2cf7e1593_0_52"/>
          <p:cNvPicPr preferRelativeResize="0"/>
          <p:nvPr/>
        </p:nvPicPr>
        <p:blipFill rotWithShape="1">
          <a:blip r:embed="rId7">
            <a:alphaModFix/>
          </a:blip>
          <a:srcRect b="0" l="0" r="16660" t="0"/>
          <a:stretch/>
        </p:blipFill>
        <p:spPr>
          <a:xfrm>
            <a:off x="9808175" y="6116525"/>
            <a:ext cx="7027800" cy="2914500"/>
          </a:xfrm>
          <a:prstGeom prst="roundRect">
            <a:avLst>
              <a:gd fmla="val 822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2cf7e1593_0_7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d2cf7e1593_0_7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g3d2cf7e1593_0_7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3" name="Google Shape;213;g3d2cf7e1593_0_71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14" name="Google Shape;214;g3d2cf7e1593_0_7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d2cf7e1593_0_7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g3d2cf7e1593_0_71"/>
          <p:cNvSpPr txBox="1"/>
          <p:nvPr/>
        </p:nvSpPr>
        <p:spPr>
          <a:xfrm>
            <a:off x="2043300" y="1189050"/>
            <a:ext cx="12369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Desestruturação em componentes</a:t>
            </a:r>
            <a:endParaRPr b="1" i="0" sz="34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g3d2cf7e1593_0_71"/>
          <p:cNvSpPr txBox="1"/>
          <p:nvPr/>
        </p:nvSpPr>
        <p:spPr>
          <a:xfrm>
            <a:off x="1685075" y="3542151"/>
            <a:ext cx="14443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Esse mesmo conceito se aplica direto no parâmetro da função.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props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nada mais é do que um objeto JavaScript — então podemos desestruturar ele no próprio parâmetro: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g3d2cf7e1593_0_7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2cf7e1593_0_71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Props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g3d2cf7e1593_0_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5075" y="6011863"/>
            <a:ext cx="7337100" cy="166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21" name="Google Shape;221;g3d2cf7e1593_0_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6734" y="6147372"/>
            <a:ext cx="8264100" cy="139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6d154bcdc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96d154bcdc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g396d154bcdc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9" name="Google Shape;229;g396d154bcdc_0_15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30" name="Google Shape;230;g396d154bcdc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96d154bcdc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96d154bcdc_0_15"/>
          <p:cNvSpPr txBox="1"/>
          <p:nvPr/>
        </p:nvSpPr>
        <p:spPr>
          <a:xfrm>
            <a:off x="2043300" y="1189050"/>
            <a:ext cx="123699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1 - Complete o Componente</a:t>
            </a:r>
            <a:endParaRPr b="1" sz="3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3" name="Google Shape;233;g396d154bcdc_0_15"/>
          <p:cNvSpPr txBox="1"/>
          <p:nvPr/>
        </p:nvSpPr>
        <p:spPr>
          <a:xfrm>
            <a:off x="1685075" y="3542151"/>
            <a:ext cx="1444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componente abaixo está incompleto. Adicione as props necessárias para exibir produto e preco e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exiba o componente no APP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passando as propriedades: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96d154bcdc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6d154bcdc_0_15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96d154bcdc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3213" y="4730665"/>
            <a:ext cx="11441576" cy="44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d154bcdc_0_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96d154bcdc_0_3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g396d154bcdc_0_3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g396d154bcdc_0_32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45" name="Google Shape;245;g396d154bcdc_0_3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96d154bcdc_0_3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96d154bcdc_0_32"/>
          <p:cNvSpPr txBox="1"/>
          <p:nvPr/>
        </p:nvSpPr>
        <p:spPr>
          <a:xfrm>
            <a:off x="2043300" y="1189050"/>
            <a:ext cx="123699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2 - Desestruturando</a:t>
            </a:r>
            <a:endParaRPr b="1" sz="3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g396d154bcdc_0_32"/>
          <p:cNvSpPr txBox="1"/>
          <p:nvPr/>
        </p:nvSpPr>
        <p:spPr>
          <a:xfrm>
            <a:off x="1685075" y="3542151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Converta o componente abaixo para usar desestruturação no parâmetro: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96d154bcdc_0_3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96d154bcdc_0_32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g396d154bcdc_0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6525" y="5028513"/>
            <a:ext cx="129349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6d154bcdc_0_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96d154bcdc_0_4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g396d154bcdc_0_4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" name="Google Shape;259;g396d154bcdc_0_48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60" name="Google Shape;260;g396d154bcdc_0_4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g396d154bcdc_0_4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96d154bcdc_0_48"/>
          <p:cNvSpPr txBox="1"/>
          <p:nvPr/>
        </p:nvSpPr>
        <p:spPr>
          <a:xfrm>
            <a:off x="2043300" y="1189050"/>
            <a:ext cx="123699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3 - Cria</a:t>
            </a: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ção de Componente</a:t>
            </a:r>
            <a:endParaRPr b="1" sz="34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96d154bcdc_0_48"/>
          <p:cNvSpPr txBox="1"/>
          <p:nvPr/>
        </p:nvSpPr>
        <p:spPr>
          <a:xfrm>
            <a:off x="1685075" y="3542151"/>
            <a:ext cx="1444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Crie um componente Saudacao que receba uma prop (Você deve descobrir a prop a ser passada) e exiba: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"Olá, Ana! Bem-vindo(a)"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 o componente 3 vezes no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App.js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96d154bcdc_0_4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96d154bcdc_0_48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46a7aa39a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d46a7aa39a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g3d46a7aa39a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3" name="Google Shape;273;g3d46a7aa39a_0_0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74" name="Google Shape;274;g3d46a7aa39a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d46a7aa39a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g3d46a7aa39a_0_0"/>
          <p:cNvSpPr txBox="1"/>
          <p:nvPr/>
        </p:nvSpPr>
        <p:spPr>
          <a:xfrm>
            <a:off x="2043300" y="1189050"/>
            <a:ext cx="12369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4 - Perfil do Aluno</a:t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g3d46a7aa39a_0_0"/>
          <p:cNvSpPr txBox="1"/>
          <p:nvPr/>
        </p:nvSpPr>
        <p:spPr>
          <a:xfrm>
            <a:off x="1685075" y="3542151"/>
            <a:ext cx="14443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Crie PerfilAluno com as props e exiba as três informações organizadas uma por linha.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Nome: Carlos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Turma: DS-2025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Matrícula: 00123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 o componente 1 vez no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App.js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g3d46a7aa39a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46a7aa39a_0_0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46a7aa39a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46a7aa39a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g3d46a7aa39a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7" name="Google Shape;287;g3d46a7aa39a_0_15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288" name="Google Shape;288;g3d46a7aa39a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g3d46a7aa39a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d46a7aa39a_0_15"/>
          <p:cNvSpPr txBox="1"/>
          <p:nvPr/>
        </p:nvSpPr>
        <p:spPr>
          <a:xfrm>
            <a:off x="2043300" y="1189050"/>
            <a:ext cx="12369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Desafio</a:t>
            </a: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- Componente de Bot</a:t>
            </a: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ão</a:t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g3d46a7aa39a_0_15"/>
          <p:cNvSpPr txBox="1"/>
          <p:nvPr/>
        </p:nvSpPr>
        <p:spPr>
          <a:xfrm>
            <a:off x="1685075" y="3542151"/>
            <a:ext cx="14443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Crie PerfilAluno com as props e exiba as três informações organizadas uma por linha.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Nome: Carlos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Turma: DS-2025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Matrícula: 00123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 o componente 1 vez no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App.js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g3d46a7aa39a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46a7aa39a_0_15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46a7aa39a_0_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46a7aa39a_0_2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g3d46a7aa39a_0_2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1" name="Google Shape;301;g3d46a7aa39a_0_28"/>
          <p:cNvGrpSpPr/>
          <p:nvPr/>
        </p:nvGrpSpPr>
        <p:grpSpPr>
          <a:xfrm>
            <a:off x="1038175" y="3121624"/>
            <a:ext cx="16211658" cy="7299925"/>
            <a:chOff x="0" y="-38100"/>
            <a:chExt cx="4269709" cy="2000418"/>
          </a:xfrm>
        </p:grpSpPr>
        <p:sp>
          <p:nvSpPr>
            <p:cNvPr id="302" name="Google Shape;302;g3d46a7aa39a_0_2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g3d46a7aa39a_0_2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d46a7aa39a_0_28"/>
          <p:cNvSpPr txBox="1"/>
          <p:nvPr/>
        </p:nvSpPr>
        <p:spPr>
          <a:xfrm>
            <a:off x="2043300" y="1189050"/>
            <a:ext cx="12369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3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Desafio - Componente de Botão</a:t>
            </a:r>
            <a:endParaRPr b="1" sz="53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g3d46a7aa39a_0_28"/>
          <p:cNvSpPr txBox="1"/>
          <p:nvPr/>
        </p:nvSpPr>
        <p:spPr>
          <a:xfrm>
            <a:off x="1685075" y="3542151"/>
            <a:ext cx="14443800" cy="59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latin typeface="Poppins"/>
                <a:ea typeface="Poppins"/>
                <a:cs typeface="Poppins"/>
                <a:sym typeface="Poppins"/>
              </a:rPr>
              <a:t>Crie um componente Botao que receba a prop titulo e renderize um </a:t>
            </a:r>
            <a:r>
              <a:rPr b="1" lang="en-US" sz="3400">
                <a:latin typeface="Poppins"/>
                <a:ea typeface="Poppins"/>
                <a:cs typeface="Poppins"/>
                <a:sym typeface="Poppins"/>
              </a:rPr>
              <a:t>TouchableOpacity</a:t>
            </a:r>
            <a:r>
              <a:rPr lang="en-US" sz="3400">
                <a:latin typeface="Poppins"/>
                <a:ea typeface="Poppins"/>
                <a:cs typeface="Poppins"/>
                <a:sym typeface="Poppins"/>
              </a:rPr>
              <a:t> com o texto da prop. 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latin typeface="Poppins"/>
                <a:ea typeface="Poppins"/>
                <a:cs typeface="Poppins"/>
                <a:sym typeface="Poppins"/>
              </a:rPr>
              <a:t>Use-o 3 vezes com rótulos distintos: "Entrar", "Sair", "Cadastrar".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latin typeface="Poppins"/>
                <a:ea typeface="Poppins"/>
                <a:cs typeface="Poppins"/>
                <a:sym typeface="Poppins"/>
              </a:rPr>
              <a:t>Mais detalhes do TouchableOpacity e como usa-lo na documentação:</a:t>
            </a:r>
            <a:r>
              <a:rPr lang="en-US" sz="58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u="sng">
                <a:solidFill>
                  <a:srgbClr val="D9383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https://reactnative.dev/docs/touchableopacity</a:t>
            </a:r>
            <a:endParaRPr sz="58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g3d46a7aa39a_0_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d46a7aa39a_0_28"/>
          <p:cNvSpPr txBox="1"/>
          <p:nvPr/>
        </p:nvSpPr>
        <p:spPr>
          <a:xfrm>
            <a:off x="2043302" y="962025"/>
            <a:ext cx="40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Exercícios de Fixação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16" name="Google Shape;316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19" name="Google Shape;319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22" name="Google Shape;322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25" name="Google Shape;325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27" name="Google Shape;327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29" name="Google Shape;32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